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79044" y="107156"/>
            <a:ext cx="5257800" cy="492918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1"/>
          <p:cNvSpPr/>
          <p:nvPr/>
        </p:nvSpPr>
        <p:spPr>
          <a:xfrm>
            <a:off x="4207669" y="1455093"/>
            <a:ext cx="4400550" cy="1760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EDUCACIÓN EMOCIONAL: RUTINAS, HÁBITOS, NORMAS Y LÍMITES</a:t>
            </a:r>
            <a:endParaRPr lang="en-US" sz="2862" dirty="0"/>
          </a:p>
        </p:txBody>
      </p:sp>
      <p:sp>
        <p:nvSpPr>
          <p:cNvPr id="5" name="Shape 2"/>
          <p:cNvSpPr/>
          <p:nvPr/>
        </p:nvSpPr>
        <p:spPr>
          <a:xfrm>
            <a:off x="4207669" y="3500996"/>
            <a:ext cx="2005608" cy="455414"/>
          </a:xfrm>
          <a:prstGeom prst="roundRect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544" y="3585828"/>
            <a:ext cx="250031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7731" y="3572433"/>
            <a:ext cx="136267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@anatrinxet</a:t>
            </a:r>
            <a:endParaRPr lang="en-US" sz="160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79044" y="107156"/>
            <a:ext cx="5257800" cy="492918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1"/>
          <p:cNvSpPr/>
          <p:nvPr/>
        </p:nvSpPr>
        <p:spPr>
          <a:xfrm>
            <a:off x="4207669" y="1748823"/>
            <a:ext cx="4400550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CEREBRO EMOCIONAL MADURA ANTES QUE EL RACIONAL</a:t>
            </a:r>
            <a:endParaRPr lang="en-US" sz="243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07631" y="107156"/>
            <a:ext cx="5129213" cy="492918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1"/>
          <p:cNvSpPr/>
          <p:nvPr/>
        </p:nvSpPr>
        <p:spPr>
          <a:xfrm>
            <a:off x="4371975" y="1395710"/>
            <a:ext cx="43791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E9C4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1ª PREMISA</a:t>
            </a:r>
            <a:endParaRPr lang="en-US" sz="1159" dirty="0"/>
          </a:p>
        </p:txBody>
      </p:sp>
      <p:sp>
        <p:nvSpPr>
          <p:cNvPr id="5" name="Text 2"/>
          <p:cNvSpPr/>
          <p:nvPr/>
        </p:nvSpPr>
        <p:spPr>
          <a:xfrm>
            <a:off x="4371975" y="1622524"/>
            <a:ext cx="43791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= Emociones + (experiencia x repeticiones)</a:t>
            </a:r>
            <a:endParaRPr lang="en-US" sz="1499" dirty="0"/>
          </a:p>
        </p:txBody>
      </p:sp>
      <p:sp>
        <p:nvSpPr>
          <p:cNvPr id="6" name="Text 3"/>
          <p:cNvSpPr/>
          <p:nvPr/>
        </p:nvSpPr>
        <p:spPr>
          <a:xfrm>
            <a:off x="4371975" y="2351187"/>
            <a:ext cx="43791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E9C4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2ª PREMISA</a:t>
            </a:r>
            <a:endParaRPr lang="en-US" sz="1159" dirty="0"/>
          </a:p>
        </p:txBody>
      </p:sp>
      <p:sp>
        <p:nvSpPr>
          <p:cNvPr id="7" name="Text 4"/>
          <p:cNvSpPr/>
          <p:nvPr/>
        </p:nvSpPr>
        <p:spPr>
          <a:xfrm>
            <a:off x="4371975" y="2578001"/>
            <a:ext cx="43791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Cansancio + Hambre = Descontrol</a:t>
            </a:r>
            <a:endParaRPr lang="en-US" sz="1499" dirty="0"/>
          </a:p>
        </p:txBody>
      </p:sp>
      <p:sp>
        <p:nvSpPr>
          <p:cNvPr id="8" name="Text 5"/>
          <p:cNvSpPr/>
          <p:nvPr/>
        </p:nvSpPr>
        <p:spPr>
          <a:xfrm>
            <a:off x="4371975" y="3049488"/>
            <a:ext cx="43791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E9C4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3ª PREMISA</a:t>
            </a:r>
            <a:endParaRPr lang="en-US" sz="1159" dirty="0"/>
          </a:p>
        </p:txBody>
      </p:sp>
      <p:sp>
        <p:nvSpPr>
          <p:cNvPr id="9" name="Text 6"/>
          <p:cNvSpPr/>
          <p:nvPr/>
        </p:nvSpPr>
        <p:spPr>
          <a:xfrm>
            <a:off x="4371975" y="3276302"/>
            <a:ext cx="43791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Entender + Anticiparse = Salud Familiar</a:t>
            </a:r>
            <a:endParaRPr lang="en-US" sz="149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07631" y="107156"/>
            <a:ext cx="5129213" cy="492918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1"/>
          <p:cNvSpPr/>
          <p:nvPr/>
        </p:nvSpPr>
        <p:spPr>
          <a:xfrm>
            <a:off x="4193381" y="1137307"/>
            <a:ext cx="455771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E9C4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HÁBITOS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193381" y="1451632"/>
            <a:ext cx="4557713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enseñan mediante la repetición de RUTINAS.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4193381" y="2271713"/>
            <a:ext cx="455771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E9C4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NORMAS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4193381" y="2586038"/>
            <a:ext cx="4557713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Varían según la edad, se pueden consensuar.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4193381" y="3146096"/>
            <a:ext cx="455771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E9C4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LÍMITES</a:t>
            </a:r>
            <a:endParaRPr lang="en-US" sz="1704" dirty="0"/>
          </a:p>
        </p:txBody>
      </p:sp>
      <p:sp>
        <p:nvSpPr>
          <p:cNvPr id="9" name="Text 6"/>
          <p:cNvSpPr/>
          <p:nvPr/>
        </p:nvSpPr>
        <p:spPr>
          <a:xfrm>
            <a:off x="4193381" y="3460421"/>
            <a:ext cx="4557713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se consensuan, son por seguridad.</a:t>
            </a:r>
            <a:endParaRPr lang="en-US" sz="139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79044" y="107156"/>
            <a:ext cx="5257800" cy="492918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1"/>
          <p:cNvSpPr/>
          <p:nvPr/>
        </p:nvSpPr>
        <p:spPr>
          <a:xfrm>
            <a:off x="4207669" y="1461036"/>
            <a:ext cx="44005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CONSEJOS CLAVE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07669" y="2123954"/>
            <a:ext cx="44005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pPr algn="l" indent="0" marL="0">
              <a:lnSpc>
                <a:spcPts val="2400"/>
              </a:lnSpc>
              <a:buNone/>
            </a:pPr>
            <a:r>
              <a:rPr lang="en-US" sz="1499" b="1" dirty="0">
                <a:solidFill>
                  <a:srgbClr val="E9C46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ANTICIPACIÓN:</a:t>
            </a:r>
            <a:pPr algn="l" indent="0" marL="0">
              <a:lnSpc>
                <a:spcPts val="2400"/>
              </a:lnSpc>
              <a:buNone/>
            </a:pPr>
            <a:r>
              <a:rPr lang="en-US" sz="1499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Prevenir situaciones de </a:t>
            </a:r>
            <a:pPr algn="l" indent="0" marL="0">
              <a:lnSpc>
                <a:spcPts val="2400"/>
              </a:lnSpc>
              <a:buNone/>
            </a:pPr>
            <a:r>
              <a:rPr lang="en-US" sz="1499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estrés.</a:t>
            </a:r>
            <a:endParaRPr lang="en-US" sz="1499" dirty="0"/>
          </a:p>
        </p:txBody>
      </p:sp>
      <p:sp>
        <p:nvSpPr>
          <p:cNvPr id="6" name="Text 3"/>
          <p:cNvSpPr/>
          <p:nvPr/>
        </p:nvSpPr>
        <p:spPr>
          <a:xfrm>
            <a:off x="4207669" y="2938342"/>
            <a:ext cx="44005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pPr algn="l" indent="0" marL="0">
              <a:lnSpc>
                <a:spcPts val="2400"/>
              </a:lnSpc>
              <a:buNone/>
            </a:pPr>
            <a:r>
              <a:rPr lang="en-US" sz="1499" b="1" dirty="0">
                <a:solidFill>
                  <a:srgbClr val="E9C46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RUTINAS:</a:t>
            </a:r>
            <a:pPr algn="l" indent="0" marL="0">
              <a:lnSpc>
                <a:spcPts val="2400"/>
              </a:lnSpc>
              <a:buNone/>
            </a:pPr>
            <a:r>
              <a:rPr lang="en-US" sz="1499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Generan seguridad y calma.</a:t>
            </a:r>
            <a:endParaRPr lang="en-US" sz="1499" dirty="0"/>
          </a:p>
        </p:txBody>
      </p:sp>
      <p:sp>
        <p:nvSpPr>
          <p:cNvPr id="7" name="Text 4"/>
          <p:cNvSpPr/>
          <p:nvPr/>
        </p:nvSpPr>
        <p:spPr>
          <a:xfrm>
            <a:off x="4207669" y="3452692"/>
            <a:ext cx="44005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pPr algn="l" indent="0" marL="0">
              <a:lnSpc>
                <a:spcPts val="2400"/>
              </a:lnSpc>
              <a:buNone/>
            </a:pPr>
            <a:r>
              <a:rPr lang="en-US" sz="1499" b="1" dirty="0">
                <a:solidFill>
                  <a:srgbClr val="E9C46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CONEXIÓN:</a:t>
            </a:r>
            <a:pPr algn="l" indent="0" marL="0">
              <a:lnSpc>
                <a:spcPts val="2400"/>
              </a:lnSpc>
              <a:buNone/>
            </a:pPr>
            <a:r>
              <a:rPr lang="en-US" sz="1499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Conectar antes de corregir.</a:t>
            </a:r>
            <a:endParaRPr lang="en-US" sz="149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2026-02-25T17:31:16Z</dcterms:created>
  <dcterms:modified xsi:type="dcterms:W3CDTF">2026-02-25T17:31:16Z</dcterms:modified>
</cp:coreProperties>
</file>